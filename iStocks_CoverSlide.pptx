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6576"/>
            <a:ext cx="12191695" cy="6400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iStocks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Stocks       Sangraha       AI Database       About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914400"/>
            <a:ext cx="2743200" cy="347472"/>
          </a:xfrm>
          <a:prstGeom prst="roundRect">
            <a:avLst/>
          </a:prstGeom>
          <a:solidFill>
            <a:srgbClr val="E5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9235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HULT PRIZE 2026  |  CAMPUS 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914400"/>
            <a:ext cx="2286000" cy="34747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9235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Theme: UNLIMITED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914400"/>
            <a:ext cx="3474720" cy="347472"/>
          </a:xfrm>
          <a:prstGeom prst="roundRect">
            <a:avLst/>
          </a:prstGeom>
          <a:solidFill>
            <a:srgbClr val="1E4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923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 Sustainable Development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iStocks: AI-Powered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D399"/>
                </a:solidFill>
                <a:latin typeface="Calibri"/>
              </a:defRPr>
            </a:pPr>
            <a:r>
              <a:t>Prompt Algo Trading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CA3AF"/>
                </a:solidFill>
                <a:latin typeface="Calibri"/>
              </a:defRPr>
            </a:pPr>
            <a:r>
              <a:t>Trade like a pro — just type what you want in plain English or 40+ Indian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20440"/>
            <a:ext cx="7589520" cy="137160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Your Command: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8620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"Buy 100 Reliance stocks when RSI drops below 30"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348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iStocks AI executes it automatically — no code, no complexity, just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5120640"/>
            <a:ext cx="2103120" cy="10058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Angle 1.0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5120640"/>
            <a:ext cx="2103120" cy="10058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Real-Time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17+ Stocks 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20640"/>
            <a:ext cx="2103120" cy="10058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NLP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40+ Languages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5120640"/>
            <a:ext cx="2103120" cy="10058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Algo Trading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Prompt-Based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Team iStocks   |   IIT Roorkee   |   istocks.codes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